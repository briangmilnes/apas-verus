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2" Type="http://schemas.openxmlformats.org/officeDocument/2006/relationships/viewProps" Target="viewProps.xml" /><Relationship Id="rId9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4" Type="http://schemas.openxmlformats.org/officeDocument/2006/relationships/tableStyles" Target="tableStyles.xml" /><Relationship Id="rId9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Worked Example —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</a:t>
            </a:r>
            <a:r>
              <a:rPr b="1">
                <a:latin typeface="Courier"/>
              </a:rPr>
              <a:t>--ai-costs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 21.6% APAS-AI ($1,512) / 78.4% APAS-VERUS ($5,488) | # | Project | Hours | LOC | LoEC | LOPC2R | LOC0R | |:–|:———————-|———:|——–:|——-:|——-:|——-:| | 1 | APAS-AI + Rusticate | 309.6 | 31,751 | 31,751 | — | — | | 2 | APAS-VERUS + Veracity | 1,123.4 | 166,401 | 56,549 | 47,828 | 95,908 | | 3 | Combined | 1,432.96 | 198,152 | 88,300 | 47,828 | 95,908 |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33.3%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verified deliverable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$1.877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$2.665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KLOPC2R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$3.378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$6.305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"/>
                <a:gridCol w="1879600"/>
                <a:gridCol w="1562100"/>
                <a:gridCol w="2603500"/>
                <a:gridCol w="1981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2026-05-10T11:52:20Z</dcterms:created>
  <dcterms:modified xsi:type="dcterms:W3CDTF">2026-05-10T11:52:20Z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