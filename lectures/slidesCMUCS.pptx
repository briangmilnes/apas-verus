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5" Type="http://schemas.openxmlformats.org/officeDocument/2006/relationships/viewProps" Target="viewProps.xml" /><Relationship Id="rId9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7" Type="http://schemas.openxmlformats.org/officeDocument/2006/relationships/tableStyles" Target="tableStyles.xml" /><Relationship Id="rId9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  <a:p>
            <a:pPr lvl="0"/>
            <a:r>
              <a:rPr lang="en-US" sz="1800"/>
              <a:t>A few weeks ago Zach Tatlock was on a call with Sandia National labs.</a:t>
            </a:r>
          </a:p>
          <a:p>
            <a:pPr lvl="0"/>
            <a:r>
              <a:rPr lang="en-US" sz="1800"/>
              <a:t>They said: “You can’t prove algorithms like that!”</a:t>
            </a:r>
          </a:p>
          <a:p>
            <a:pPr lvl="0"/>
            <a:r>
              <a:rPr lang="en-US" sz="1800"/>
              <a:t>He pointed them to APAS-VERUS and my linkedin racked up 1200 views.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  <a:p>
            <a:pPr lvl="0"/>
            <a:r>
              <a:rPr lang="en-US" sz="1800"/>
              <a:t>And there is a new ‘prophetic’ iterator coming along!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–ai-costs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</a:t>
            </a:r>
          </a:p>
          <a:p>
            <a:pPr lvl="1"/>
            <a:r>
              <a:rPr lang="en-US" sz="1800"/>
              <a:t>21.6% APAS-AI ($1,512)</a:t>
            </a:r>
          </a:p>
          <a:p>
            <a:pPr lvl="1"/>
            <a:r>
              <a:rPr lang="en-US" sz="1800"/>
              <a:t>78.4% APAS-VERUS ($5,488)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2781300"/>
                <a:gridCol w="1206500"/>
                <a:gridCol w="850900"/>
                <a:gridCol w="850900"/>
                <a:gridCol w="1092200"/>
                <a:gridCol w="96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KLOPC2R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KLOC0R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APAS-AI + Rusticate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309.6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APAS-VERUS + Veracity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166.4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1,432.96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$6,305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~33.3%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 — 22 py base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"/>
                <a:gridCol w="1981200"/>
                <a:gridCol w="1651000"/>
                <a:gridCol w="2298700"/>
                <a:gridCol w="2082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 — 22.5 py base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/>
                <a:gridCol w="1828800"/>
                <a:gridCol w="1524000"/>
                <a:gridCol w="24384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46,800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$ 843,750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~196×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$ 17,578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~7.9×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$ 8,437,500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~34.5×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LOPC2R = Lines of proven code 2 review</a:t>
            </a:r>
          </a:p>
          <a:p>
            <a:pPr lvl="0"/>
            <a:r>
              <a:rPr lang="en-US" sz="1800"/>
              <a:t>LOPC0R = Lines of proven code not to review</a:t>
            </a:r>
          </a:p>
          <a:p>
            <a:pPr lvl="0"/>
            <a:r>
              <a:rPr lang="en-US" sz="1800"/>
              <a:t>R = LOPC2R / (LOPC2R + LOC0R)</a:t>
            </a:r>
          </a:p>
          <a:p>
            <a:pPr lvl="0"/>
            <a:r>
              <a:rPr lang="en-US" sz="1800"/>
              <a:t>47,828 / 143,736 = 0.332749 = 33.2749 %</a:t>
            </a:r>
          </a:p>
          <a:p>
            <a:pPr lvl="0"/>
            <a:r>
              <a:rPr lang="en-US" sz="1800"/>
              <a:t>R — Review Ratio </a:t>
            </a:r>
            <a:r>
              <a:rPr lang="en-US" sz="1800" b="1"/>
              <a:t>~33.3%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2026-05-13T17:25:41Z</dcterms:created>
  <dcterms:modified xsi:type="dcterms:W3CDTF">2026-05-13T17:25:41Z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